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8" r:id="rId1"/>
  </p:sldMasterIdLst>
  <p:sldIdLst>
    <p:sldId id="256" r:id="rId2"/>
    <p:sldId id="257" r:id="rId3"/>
    <p:sldId id="258" r:id="rId4"/>
    <p:sldId id="259" r:id="rId5"/>
    <p:sldId id="260" r:id="rId6"/>
    <p:sldId id="261" r:id="rId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46" d="100"/>
          <a:sy n="46" d="100"/>
        </p:scale>
        <p:origin x="1498" y="4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ctrTitle"/>
          </p:nvPr>
        </p:nvSpPr>
        <p:spPr>
          <a:xfrm>
            <a:off x="914400" y="1803405"/>
            <a:ext cx="7315200" cy="1825096"/>
          </a:xfrm>
        </p:spPr>
        <p:txBody>
          <a:bodyPr anchor="b">
            <a:normAutofit/>
          </a:bodyPr>
          <a:lstStyle>
            <a:lvl1pPr algn="l">
              <a:defRPr sz="6000"/>
            </a:lvl1pPr>
          </a:lstStyle>
          <a:p>
            <a:r>
              <a:rPr lang="en-US"/>
              <a:t>Click to edit Master title style</a:t>
            </a:r>
            <a:endParaRPr lang="en-US" dirty="0"/>
          </a:p>
        </p:txBody>
      </p:sp>
      <p:sp>
        <p:nvSpPr>
          <p:cNvPr id="3" name="Subtitle 2"/>
          <p:cNvSpPr>
            <a:spLocks noGrp="1"/>
          </p:cNvSpPr>
          <p:nvPr>
            <p:ph type="subTitle" idx="1"/>
          </p:nvPr>
        </p:nvSpPr>
        <p:spPr>
          <a:xfrm>
            <a:off x="914400" y="3632201"/>
            <a:ext cx="7315200" cy="685800"/>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5932170" y="4323845"/>
            <a:ext cx="2297429" cy="365125"/>
          </a:xfrm>
        </p:spPr>
        <p:txBody>
          <a:bodyPr/>
          <a:lstStyle/>
          <a:p>
            <a:fld id="{5BCAD085-E8A6-8845-BD4E-CB4CCA059FC4}" type="datetimeFigureOut">
              <a:rPr lang="en-US" smtClean="0"/>
              <a:t>7/19/2025</a:t>
            </a:fld>
            <a:endParaRPr lang="en-US"/>
          </a:p>
        </p:txBody>
      </p:sp>
      <p:sp>
        <p:nvSpPr>
          <p:cNvPr id="5" name="Footer Placeholder 4"/>
          <p:cNvSpPr>
            <a:spLocks noGrp="1"/>
          </p:cNvSpPr>
          <p:nvPr>
            <p:ph type="ftr" sz="quarter" idx="11"/>
          </p:nvPr>
        </p:nvSpPr>
        <p:spPr>
          <a:xfrm>
            <a:off x="914400" y="4323846"/>
            <a:ext cx="4880610" cy="365125"/>
          </a:xfrm>
        </p:spPr>
        <p:txBody>
          <a:bodyPr/>
          <a:lstStyle/>
          <a:p>
            <a:endParaRPr lang="en-US"/>
          </a:p>
        </p:txBody>
      </p:sp>
      <p:sp>
        <p:nvSpPr>
          <p:cNvPr id="6" name="Slide Number Placeholder 5"/>
          <p:cNvSpPr>
            <a:spLocks noGrp="1"/>
          </p:cNvSpPr>
          <p:nvPr>
            <p:ph type="sldNum" sz="quarter" idx="12"/>
          </p:nvPr>
        </p:nvSpPr>
        <p:spPr>
          <a:xfrm>
            <a:off x="6057900" y="1430867"/>
            <a:ext cx="2171700"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76958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7/19/2025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45633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title"/>
          </p:nvPr>
        </p:nvSpPr>
        <p:spPr>
          <a:xfrm>
            <a:off x="594360" y="753534"/>
            <a:ext cx="7955280" cy="2801935"/>
          </a:xfrm>
        </p:spPr>
        <p:txBody>
          <a:bodyPr anchor="b">
            <a:normAutofit/>
          </a:bodyPr>
          <a:lstStyle>
            <a:lvl1pPr algn="r">
              <a:defRPr sz="4000"/>
            </a:lvl1pPr>
          </a:lstStyle>
          <a:p>
            <a:r>
              <a:rPr lang="en-US"/>
              <a:t>Click to edit Master title style</a:t>
            </a:r>
            <a:endParaRPr lang="en-US" dirty="0"/>
          </a:p>
        </p:txBody>
      </p:sp>
      <p:sp>
        <p:nvSpPr>
          <p:cNvPr id="3" name="Text Placeholder 2"/>
          <p:cNvSpPr>
            <a:spLocks noGrp="1"/>
          </p:cNvSpPr>
          <p:nvPr>
            <p:ph type="body" idx="1"/>
          </p:nvPr>
        </p:nvSpPr>
        <p:spPr>
          <a:xfrm>
            <a:off x="594360" y="3641726"/>
            <a:ext cx="7955281" cy="1354134"/>
          </a:xfrm>
        </p:spPr>
        <p:txBody>
          <a:bodyPr>
            <a:normAutofit/>
          </a:bodyPr>
          <a:lstStyle>
            <a:lvl1pPr marL="0" indent="0" algn="r">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5562176" y="381001"/>
            <a:ext cx="2183130" cy="365125"/>
          </a:xfrm>
        </p:spPr>
        <p:txBody>
          <a:bodyPr/>
          <a:lstStyle>
            <a:lvl1pPr algn="r">
              <a:defRPr/>
            </a:lvl1pPr>
          </a:lstStyle>
          <a:p>
            <a:fld id="{5BCAD085-E8A6-8845-BD4E-CB4CCA059FC4}" type="datetimeFigureOut">
              <a:rPr lang="en-US" smtClean="0"/>
              <a:t>7/19/2025</a:t>
            </a:fld>
            <a:endParaRPr lang="en-US"/>
          </a:p>
        </p:txBody>
      </p:sp>
      <p:sp>
        <p:nvSpPr>
          <p:cNvPr id="5" name="Footer Placeholder 4"/>
          <p:cNvSpPr>
            <a:spLocks noGrp="1"/>
          </p:cNvSpPr>
          <p:nvPr>
            <p:ph type="ftr" sz="quarter" idx="11"/>
          </p:nvPr>
        </p:nvSpPr>
        <p:spPr>
          <a:xfrm>
            <a:off x="594360" y="381001"/>
            <a:ext cx="4830656" cy="365125"/>
          </a:xfrm>
        </p:spPr>
        <p:txBody>
          <a:bodyPr/>
          <a:lstStyle/>
          <a:p>
            <a:endParaRPr lang="en-US"/>
          </a:p>
        </p:txBody>
      </p:sp>
      <p:sp>
        <p:nvSpPr>
          <p:cNvPr id="6" name="Slide Number Placeholder 5"/>
          <p:cNvSpPr>
            <a:spLocks noGrp="1"/>
          </p:cNvSpPr>
          <p:nvPr>
            <p:ph type="sldNum" sz="quarter" idx="12"/>
          </p:nvPr>
        </p:nvSpPr>
        <p:spPr>
          <a:xfrm>
            <a:off x="7882466" y="381001"/>
            <a:ext cx="667173"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3432098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94360" y="2194560"/>
            <a:ext cx="3910579" cy="40690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2099" y="2194560"/>
            <a:ext cx="3907540" cy="40690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7/19/2025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4158103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171700" y="762000"/>
            <a:ext cx="6377940" cy="1295400"/>
          </a:xfrm>
        </p:spPr>
        <p:txBody>
          <a:bodyPr/>
          <a:lstStyle/>
          <a:p>
            <a:r>
              <a:rPr lang="en-US"/>
              <a:t>Click to edit Master title style</a:t>
            </a:r>
            <a:endParaRPr lang="en-US" dirty="0"/>
          </a:p>
        </p:txBody>
      </p:sp>
      <p:sp>
        <p:nvSpPr>
          <p:cNvPr id="3" name="Text Placeholder 2"/>
          <p:cNvSpPr>
            <a:spLocks noGrp="1"/>
          </p:cNvSpPr>
          <p:nvPr>
            <p:ph type="body" idx="1"/>
          </p:nvPr>
        </p:nvSpPr>
        <p:spPr>
          <a:xfrm>
            <a:off x="821279" y="2183802"/>
            <a:ext cx="3683659"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94359" y="3132667"/>
            <a:ext cx="3910579" cy="31309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869018" y="2183802"/>
            <a:ext cx="3680621"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2098" y="3132667"/>
            <a:ext cx="3907541" cy="31309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7/19/2025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141284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7/19/2025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410805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7/19/2025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2278747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94360" y="1524000"/>
            <a:ext cx="3086100" cy="1600200"/>
          </a:xfrm>
        </p:spPr>
        <p:txBody>
          <a:bodyPr anchor="b"/>
          <a:lstStyle>
            <a:lvl1pPr algn="l">
              <a:defRPr sz="3200"/>
            </a:lvl1pPr>
          </a:lstStyle>
          <a:p>
            <a:r>
              <a:rPr lang="en-US"/>
              <a:t>Click to edit Master title style</a:t>
            </a:r>
            <a:endParaRPr lang="en-US" dirty="0"/>
          </a:p>
        </p:txBody>
      </p:sp>
      <p:sp>
        <p:nvSpPr>
          <p:cNvPr id="3" name="Content Placeholder 2"/>
          <p:cNvSpPr>
            <a:spLocks noGrp="1"/>
          </p:cNvSpPr>
          <p:nvPr>
            <p:ph idx="1"/>
          </p:nvPr>
        </p:nvSpPr>
        <p:spPr>
          <a:xfrm>
            <a:off x="3886200" y="746760"/>
            <a:ext cx="4663440" cy="551688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94360" y="3124200"/>
            <a:ext cx="3086100" cy="313944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2920531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94360" y="1524000"/>
            <a:ext cx="4075730" cy="1600200"/>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4877524" y="751242"/>
            <a:ext cx="3674234" cy="5512398"/>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594360" y="3124200"/>
            <a:ext cx="4075730" cy="313944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838276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94355" y="4697361"/>
            <a:ext cx="7956482" cy="819355"/>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94355" y="977035"/>
            <a:ext cx="7950260" cy="3406972"/>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594360" y="5516716"/>
            <a:ext cx="7955280" cy="746924"/>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0247162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title"/>
          </p:nvPr>
        </p:nvSpPr>
        <p:spPr>
          <a:xfrm>
            <a:off x="594360" y="753533"/>
            <a:ext cx="7955280" cy="2802467"/>
          </a:xfrm>
        </p:spPr>
        <p:txBody>
          <a:bodyPr anchor="ctr"/>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5800" y="3649134"/>
            <a:ext cx="7772400" cy="1330852"/>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5562176" y="381001"/>
            <a:ext cx="2183130" cy="365125"/>
          </a:xfrm>
        </p:spPr>
        <p:txBody>
          <a:bodyPr/>
          <a:lstStyle>
            <a:lvl1pPr algn="r">
              <a:defRPr/>
            </a:lvl1pPr>
          </a:lstStyle>
          <a:p>
            <a:fld id="{5BCAD085-E8A6-8845-BD4E-CB4CCA059FC4}" type="datetimeFigureOut">
              <a:rPr lang="en-US" smtClean="0"/>
              <a:t>7/19/2025</a:t>
            </a:fld>
            <a:endParaRPr lang="en-US"/>
          </a:p>
        </p:txBody>
      </p:sp>
      <p:sp>
        <p:nvSpPr>
          <p:cNvPr id="6" name="Footer Placeholder 5"/>
          <p:cNvSpPr>
            <a:spLocks noGrp="1"/>
          </p:cNvSpPr>
          <p:nvPr>
            <p:ph type="ftr" sz="quarter" idx="11"/>
          </p:nvPr>
        </p:nvSpPr>
        <p:spPr>
          <a:xfrm>
            <a:off x="594360" y="381001"/>
            <a:ext cx="4830656" cy="365125"/>
          </a:xfrm>
        </p:spPr>
        <p:txBody>
          <a:bodyPr/>
          <a:lstStyle/>
          <a:p>
            <a:endParaRPr lang="en-US"/>
          </a:p>
        </p:txBody>
      </p:sp>
      <p:sp>
        <p:nvSpPr>
          <p:cNvPr id="7" name="Slide Number Placeholder 6"/>
          <p:cNvSpPr>
            <a:spLocks noGrp="1"/>
          </p:cNvSpPr>
          <p:nvPr>
            <p:ph type="sldNum" sz="quarter" idx="12"/>
          </p:nvPr>
        </p:nvSpPr>
        <p:spPr>
          <a:xfrm>
            <a:off x="7882466" y="381001"/>
            <a:ext cx="667174"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9861848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pic>
        <p:nvPicPr>
          <p:cNvPr id="11" name="Picture 10"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title"/>
          </p:nvPr>
        </p:nvSpPr>
        <p:spPr>
          <a:xfrm>
            <a:off x="768351" y="753534"/>
            <a:ext cx="7613650" cy="2756234"/>
          </a:xfrm>
        </p:spPr>
        <p:txBody>
          <a:bodyPr anchor="ctr"/>
          <a:lstStyle>
            <a:lvl1pPr algn="l">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977899" y="3509768"/>
            <a:ext cx="7194552" cy="444443"/>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685800" y="4174597"/>
            <a:ext cx="7778752" cy="821265"/>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5562176" y="381001"/>
            <a:ext cx="2183130" cy="365125"/>
          </a:xfrm>
        </p:spPr>
        <p:txBody>
          <a:bodyPr/>
          <a:lstStyle>
            <a:lvl1pPr algn="r">
              <a:defRPr/>
            </a:lvl1pPr>
          </a:lstStyle>
          <a:p>
            <a:fld id="{5BCAD085-E8A6-8845-BD4E-CB4CCA059FC4}" type="datetimeFigureOut">
              <a:rPr lang="en-US" smtClean="0"/>
              <a:t>7/19/2025</a:t>
            </a:fld>
            <a:endParaRPr lang="en-US"/>
          </a:p>
        </p:txBody>
      </p:sp>
      <p:sp>
        <p:nvSpPr>
          <p:cNvPr id="6" name="Footer Placeholder 5"/>
          <p:cNvSpPr>
            <a:spLocks noGrp="1"/>
          </p:cNvSpPr>
          <p:nvPr>
            <p:ph type="ftr" sz="quarter" idx="11"/>
          </p:nvPr>
        </p:nvSpPr>
        <p:spPr>
          <a:xfrm>
            <a:off x="594360" y="379438"/>
            <a:ext cx="4830656" cy="365125"/>
          </a:xfrm>
        </p:spPr>
        <p:txBody>
          <a:bodyPr/>
          <a:lstStyle/>
          <a:p>
            <a:endParaRPr lang="en-US"/>
          </a:p>
        </p:txBody>
      </p:sp>
      <p:sp>
        <p:nvSpPr>
          <p:cNvPr id="7" name="Slide Number Placeholder 6"/>
          <p:cNvSpPr>
            <a:spLocks noGrp="1"/>
          </p:cNvSpPr>
          <p:nvPr>
            <p:ph type="sldNum" sz="quarter" idx="12"/>
          </p:nvPr>
        </p:nvSpPr>
        <p:spPr>
          <a:xfrm>
            <a:off x="7882466" y="381001"/>
            <a:ext cx="667174" cy="365125"/>
          </a:xfrm>
        </p:spPr>
        <p:txBody>
          <a:bodyPr/>
          <a:lstStyle/>
          <a:p>
            <a:fld id="{C1FF6DA9-008F-8B48-92A6-B652298478BF}" type="slidenum">
              <a:rPr lang="en-US" smtClean="0"/>
              <a:t>‹#›</a:t>
            </a:fld>
            <a:endParaRPr lang="en-US"/>
          </a:p>
        </p:txBody>
      </p:sp>
      <p:sp>
        <p:nvSpPr>
          <p:cNvPr id="13" name="TextBox 12"/>
          <p:cNvSpPr txBox="1"/>
          <p:nvPr/>
        </p:nvSpPr>
        <p:spPr>
          <a:xfrm>
            <a:off x="231458" y="807720"/>
            <a:ext cx="4572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8146733" y="3021330"/>
            <a:ext cx="4572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28435476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title"/>
          </p:nvPr>
        </p:nvSpPr>
        <p:spPr>
          <a:xfrm>
            <a:off x="685800" y="1124702"/>
            <a:ext cx="7774782" cy="2511835"/>
          </a:xfrm>
        </p:spPr>
        <p:txBody>
          <a:bodyPr anchor="b"/>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5792" y="3648316"/>
            <a:ext cx="7773608" cy="99988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5562176" y="378884"/>
            <a:ext cx="2183130" cy="365125"/>
          </a:xfrm>
        </p:spPr>
        <p:txBody>
          <a:bodyPr/>
          <a:lstStyle>
            <a:lvl1pPr algn="r">
              <a:defRPr/>
            </a:lvl1pPr>
          </a:lstStyle>
          <a:p>
            <a:fld id="{5BCAD085-E8A6-8845-BD4E-CB4CCA059FC4}" type="datetimeFigureOut">
              <a:rPr lang="en-US" smtClean="0"/>
              <a:t>7/19/2025</a:t>
            </a:fld>
            <a:endParaRPr lang="en-US"/>
          </a:p>
        </p:txBody>
      </p:sp>
      <p:sp>
        <p:nvSpPr>
          <p:cNvPr id="6" name="Footer Placeholder 5"/>
          <p:cNvSpPr>
            <a:spLocks noGrp="1"/>
          </p:cNvSpPr>
          <p:nvPr>
            <p:ph type="ftr" sz="quarter" idx="11"/>
          </p:nvPr>
        </p:nvSpPr>
        <p:spPr>
          <a:xfrm>
            <a:off x="594360" y="378884"/>
            <a:ext cx="4830656" cy="365125"/>
          </a:xfrm>
        </p:spPr>
        <p:txBody>
          <a:bodyPr/>
          <a:lstStyle/>
          <a:p>
            <a:endParaRPr lang="en-US"/>
          </a:p>
        </p:txBody>
      </p:sp>
      <p:sp>
        <p:nvSpPr>
          <p:cNvPr id="7" name="Slide Number Placeholder 6"/>
          <p:cNvSpPr>
            <a:spLocks noGrp="1"/>
          </p:cNvSpPr>
          <p:nvPr>
            <p:ph type="sldNum" sz="quarter" idx="12"/>
          </p:nvPr>
        </p:nvSpPr>
        <p:spPr>
          <a:xfrm>
            <a:off x="7882466" y="381001"/>
            <a:ext cx="667174"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37315692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2171701" y="762000"/>
            <a:ext cx="6377939" cy="1303867"/>
          </a:xfrm>
        </p:spPr>
        <p:txBody>
          <a:bodyPr/>
          <a:lstStyle/>
          <a:p>
            <a:r>
              <a:rPr lang="en-US"/>
              <a:t>Click to edit Master title style</a:t>
            </a:r>
            <a:endParaRPr lang="en-US" dirty="0"/>
          </a:p>
        </p:txBody>
      </p:sp>
      <p:sp>
        <p:nvSpPr>
          <p:cNvPr id="7" name="Text Placeholder 2"/>
          <p:cNvSpPr>
            <a:spLocks noGrp="1"/>
          </p:cNvSpPr>
          <p:nvPr>
            <p:ph type="body" idx="1"/>
          </p:nvPr>
        </p:nvSpPr>
        <p:spPr>
          <a:xfrm>
            <a:off x="594361" y="2202080"/>
            <a:ext cx="2560320" cy="617320"/>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594360" y="2904564"/>
            <a:ext cx="2560320" cy="335907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3302237" y="2201333"/>
            <a:ext cx="2560320"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3300781" y="2904068"/>
            <a:ext cx="2560320" cy="335957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5989319" y="2192866"/>
            <a:ext cx="2560320"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5989320" y="2904564"/>
            <a:ext cx="2560320" cy="335907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5BCAD085-E8A6-8845-BD4E-CB4CCA059FC4}" type="datetimeFigureOut">
              <a:rPr lang="en-US" smtClean="0"/>
              <a:t>7/19/2025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9221559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2171702" y="762000"/>
            <a:ext cx="6381984" cy="12954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594360" y="4113340"/>
            <a:ext cx="2560320"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594360" y="2331720"/>
            <a:ext cx="2560320" cy="15073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594360" y="4796103"/>
            <a:ext cx="2560320" cy="1467537"/>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3291873" y="4113340"/>
            <a:ext cx="2560320"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3291872" y="2331720"/>
            <a:ext cx="2560320" cy="1509862"/>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3290858" y="4796102"/>
            <a:ext cx="2560320" cy="1467537"/>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5993365" y="4113340"/>
            <a:ext cx="2560320"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5993364" y="2331721"/>
            <a:ext cx="2560320" cy="1508919"/>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5993272" y="4796100"/>
            <a:ext cx="2560320" cy="1467537"/>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5BCAD085-E8A6-8845-BD4E-CB4CCA059FC4}" type="datetimeFigureOut">
              <a:rPr lang="en-US" smtClean="0"/>
              <a:t>7/19/2025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75997165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594360" y="2194560"/>
            <a:ext cx="7955280" cy="40690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7/19/2025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3104252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Vertical Title 1"/>
          <p:cNvSpPr>
            <a:spLocks noGrp="1"/>
          </p:cNvSpPr>
          <p:nvPr>
            <p:ph type="title" orient="vert"/>
          </p:nvPr>
        </p:nvSpPr>
        <p:spPr>
          <a:xfrm>
            <a:off x="7006590" y="747183"/>
            <a:ext cx="1543050" cy="4248675"/>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94360" y="746126"/>
            <a:ext cx="6278035" cy="424973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5562176" y="381001"/>
            <a:ext cx="2183130" cy="365125"/>
          </a:xfrm>
        </p:spPr>
        <p:txBody>
          <a:bodyPr/>
          <a:lstStyle>
            <a:lvl1pPr algn="r">
              <a:defRPr/>
            </a:lvl1pPr>
          </a:lstStyle>
          <a:p>
            <a:fld id="{5BCAD085-E8A6-8845-BD4E-CB4CCA059FC4}" type="datetimeFigureOut">
              <a:rPr lang="en-US" smtClean="0"/>
              <a:t>7/19/2025</a:t>
            </a:fld>
            <a:endParaRPr lang="en-US"/>
          </a:p>
        </p:txBody>
      </p:sp>
      <p:sp>
        <p:nvSpPr>
          <p:cNvPr id="5" name="Footer Placeholder 4"/>
          <p:cNvSpPr>
            <a:spLocks noGrp="1"/>
          </p:cNvSpPr>
          <p:nvPr>
            <p:ph type="ftr" sz="quarter" idx="11"/>
          </p:nvPr>
        </p:nvSpPr>
        <p:spPr>
          <a:xfrm>
            <a:off x="594360" y="381001"/>
            <a:ext cx="4830656" cy="365125"/>
          </a:xfrm>
        </p:spPr>
        <p:txBody>
          <a:bodyPr/>
          <a:lstStyle/>
          <a:p>
            <a:endParaRPr lang="en-US"/>
          </a:p>
        </p:txBody>
      </p:sp>
      <p:sp>
        <p:nvSpPr>
          <p:cNvPr id="6" name="Slide Number Placeholder 5"/>
          <p:cNvSpPr>
            <a:spLocks noGrp="1"/>
          </p:cNvSpPr>
          <p:nvPr>
            <p:ph type="sldNum" sz="quarter" idx="12"/>
          </p:nvPr>
        </p:nvSpPr>
        <p:spPr>
          <a:xfrm>
            <a:off x="7882466" y="381001"/>
            <a:ext cx="667174"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0812078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descr="C0-HD-TOP.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9144000" cy="1081088"/>
          </a:xfrm>
          <a:prstGeom prst="rect">
            <a:avLst/>
          </a:prstGeom>
        </p:spPr>
      </p:pic>
      <p:sp>
        <p:nvSpPr>
          <p:cNvPr id="2" name="Title Placeholder 1"/>
          <p:cNvSpPr>
            <a:spLocks noGrp="1"/>
          </p:cNvSpPr>
          <p:nvPr>
            <p:ph type="title"/>
          </p:nvPr>
        </p:nvSpPr>
        <p:spPr>
          <a:xfrm>
            <a:off x="2171700" y="764373"/>
            <a:ext cx="6377940" cy="129302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594360" y="2194560"/>
            <a:ext cx="7955280" cy="406908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412230" y="6356351"/>
            <a:ext cx="213741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5BCAD085-E8A6-8845-BD4E-CB4CCA059FC4}" type="datetimeFigureOut">
              <a:rPr lang="en-US" smtClean="0"/>
              <a:t>7/19/2025</a:t>
            </a:fld>
            <a:endParaRPr lang="en-US"/>
          </a:p>
        </p:txBody>
      </p:sp>
      <p:sp>
        <p:nvSpPr>
          <p:cNvPr id="5" name="Footer Placeholder 4"/>
          <p:cNvSpPr>
            <a:spLocks noGrp="1"/>
          </p:cNvSpPr>
          <p:nvPr>
            <p:ph type="ftr" sz="quarter" idx="3"/>
          </p:nvPr>
        </p:nvSpPr>
        <p:spPr>
          <a:xfrm>
            <a:off x="594360" y="6355846"/>
            <a:ext cx="568071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72250" y="381001"/>
            <a:ext cx="197739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1078444114"/>
      </p:ext>
    </p:extLst>
  </p:cSld>
  <p:clrMap bg1="dk1" tx1="lt1" bg2="dk2" tx2="lt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Lst>
  <p:txStyles>
    <p:title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dirty="0"/>
              <a:t>Supermarket Sales Dashboard Project</a:t>
            </a:r>
          </a:p>
        </p:txBody>
      </p:sp>
      <p:sp>
        <p:nvSpPr>
          <p:cNvPr id="3" name="Subtitle 2"/>
          <p:cNvSpPr>
            <a:spLocks noGrp="1"/>
          </p:cNvSpPr>
          <p:nvPr>
            <p:ph type="subTitle" idx="1"/>
          </p:nvPr>
        </p:nvSpPr>
        <p:spPr/>
        <p:txBody>
          <a:bodyPr/>
          <a:lstStyle/>
          <a:p>
            <a:r>
              <a:t>Power BI Analysis | Login 360</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Project Overview</a:t>
            </a:r>
          </a:p>
        </p:txBody>
      </p:sp>
      <p:sp>
        <p:nvSpPr>
          <p:cNvPr id="3" name="Content Placeholder 2"/>
          <p:cNvSpPr>
            <a:spLocks noGrp="1"/>
          </p:cNvSpPr>
          <p:nvPr>
            <p:ph idx="1"/>
          </p:nvPr>
        </p:nvSpPr>
        <p:spPr/>
        <p:txBody>
          <a:bodyPr/>
          <a:lstStyle/>
          <a:p>
            <a:r>
              <a:t>This project analyzes supermarket sales data using Power BI. It aims to uncover trends, customer behavior, and product performance to support business decisions. Data was cleaned, modeled, and visualized in an interactive dashboard format.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Data Preparation &amp; Modeling</a:t>
            </a:r>
          </a:p>
        </p:txBody>
      </p:sp>
      <p:sp>
        <p:nvSpPr>
          <p:cNvPr id="3" name="Content Placeholder 2"/>
          <p:cNvSpPr>
            <a:spLocks noGrp="1"/>
          </p:cNvSpPr>
          <p:nvPr>
            <p:ph idx="1"/>
          </p:nvPr>
        </p:nvSpPr>
        <p:spPr/>
        <p:txBody>
          <a:bodyPr/>
          <a:lstStyle/>
          <a:p>
            <a:r>
              <a:rPr dirty="0"/>
              <a:t>Imported data from 'supermarket_sales_clean.csv'</a:t>
            </a:r>
          </a:p>
          <a:p>
            <a:r>
              <a:rPr dirty="0"/>
              <a:t>Cleaned and structured transactional sales data</a:t>
            </a:r>
          </a:p>
          <a:p>
            <a:r>
              <a:rPr dirty="0"/>
              <a:t>Created DAX measures: Total Sales, Quantity, Average Price, Unique Customers</a:t>
            </a:r>
          </a:p>
          <a:p>
            <a:r>
              <a:rPr dirty="0"/>
              <a:t>Built a date model with relevant relationships for time-based analysis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Dashboard Features</a:t>
            </a:r>
          </a:p>
        </p:txBody>
      </p:sp>
      <p:sp>
        <p:nvSpPr>
          <p:cNvPr id="3" name="Content Placeholder 2"/>
          <p:cNvSpPr>
            <a:spLocks noGrp="1"/>
          </p:cNvSpPr>
          <p:nvPr>
            <p:ph idx="1"/>
          </p:nvPr>
        </p:nvSpPr>
        <p:spPr/>
        <p:txBody>
          <a:bodyPr/>
          <a:lstStyle/>
          <a:p>
            <a:r>
              <a:rPr dirty="0"/>
              <a:t>KPI Cards showing key metrics</a:t>
            </a:r>
          </a:p>
          <a:p>
            <a:r>
              <a:rPr dirty="0"/>
              <a:t>Line charts for time series trends</a:t>
            </a:r>
          </a:p>
          <a:p>
            <a:r>
              <a:rPr dirty="0"/>
              <a:t>Bar and pie charts for product and customer insights</a:t>
            </a:r>
          </a:p>
          <a:p>
            <a:r>
              <a:rPr dirty="0"/>
              <a:t>Slicers for dynamic filtering by date, city, branch, and customer type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Key Visual Insights</a:t>
            </a:r>
          </a:p>
        </p:txBody>
      </p:sp>
      <p:sp>
        <p:nvSpPr>
          <p:cNvPr id="3" name="Content Placeholder 2"/>
          <p:cNvSpPr>
            <a:spLocks noGrp="1"/>
          </p:cNvSpPr>
          <p:nvPr>
            <p:ph idx="1"/>
          </p:nvPr>
        </p:nvSpPr>
        <p:spPr/>
        <p:txBody>
          <a:bodyPr/>
          <a:lstStyle/>
          <a:p>
            <a:r>
              <a:rPr dirty="0"/>
              <a:t>Identified top-performing products and customer segments</a:t>
            </a:r>
          </a:p>
          <a:p>
            <a:r>
              <a:rPr dirty="0"/>
              <a:t>Analyzed sales performance across cities and branches</a:t>
            </a:r>
          </a:p>
          <a:p>
            <a:r>
              <a:rPr dirty="0"/>
              <a:t>Observed seasonal or monthly sales trends</a:t>
            </a:r>
          </a:p>
          <a:p>
            <a:r>
              <a:rPr dirty="0"/>
              <a:t>Enabled drill-down analysis for better decision-making</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Conclusion</a:t>
            </a:r>
          </a:p>
        </p:txBody>
      </p:sp>
      <p:sp>
        <p:nvSpPr>
          <p:cNvPr id="3" name="Content Placeholder 2"/>
          <p:cNvSpPr>
            <a:spLocks noGrp="1"/>
          </p:cNvSpPr>
          <p:nvPr>
            <p:ph idx="1"/>
          </p:nvPr>
        </p:nvSpPr>
        <p:spPr/>
        <p:txBody>
          <a:bodyPr/>
          <a:lstStyle/>
          <a:p>
            <a:r>
              <a:t>This Power BI dashboard empowers users to explore sales data interactively, identify key patterns, and make informed business decisions. The clean design, dynamic visuals, and intuitive filters make it a valuable tool for stakeholders and decision-makers.</a:t>
            </a:r>
          </a:p>
        </p:txBody>
      </p:sp>
    </p:spTree>
  </p:cSld>
  <p:clrMapOvr>
    <a:masterClrMapping/>
  </p:clrMapOvr>
</p:sld>
</file>

<file path=ppt/theme/theme1.xml><?xml version="1.0" encoding="utf-8"?>
<a:theme xmlns:a="http://schemas.openxmlformats.org/drawingml/2006/main" name="Vapor Trail">
  <a:themeElements>
    <a:clrScheme name="Vapor Trail">
      <a:dk1>
        <a:sysClr val="windowText" lastClr="000000"/>
      </a:dk1>
      <a:lt1>
        <a:sysClr val="window" lastClr="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Vapor Trail">
      <a:majorFont>
        <a:latin typeface="Century Gothic" panose="020B0502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Vapor Trail">
      <a:fillStyleLst>
        <a:solidFill>
          <a:schemeClr val="phClr"/>
        </a:solidFill>
        <a:gradFill rotWithShape="1">
          <a:gsLst>
            <a:gs pos="0">
              <a:schemeClr val="phClr">
                <a:tint val="69000"/>
                <a:alpha val="100000"/>
                <a:satMod val="109000"/>
                <a:lumMod val="110000"/>
              </a:schemeClr>
            </a:gs>
            <a:gs pos="52000">
              <a:schemeClr val="phClr">
                <a:tint val="74000"/>
                <a:satMod val="100000"/>
                <a:lumMod val="104000"/>
              </a:schemeClr>
            </a:gs>
            <a:gs pos="100000">
              <a:schemeClr val="phClr">
                <a:tint val="78000"/>
                <a:satMod val="100000"/>
                <a:lumMod val="100000"/>
              </a:schemeClr>
            </a:gs>
          </a:gsLst>
          <a:lin ang="5400000" scaled="0"/>
        </a:gradFill>
        <a:gradFill rotWithShape="1">
          <a:gsLst>
            <a:gs pos="0">
              <a:schemeClr val="phClr">
                <a:tint val="96000"/>
                <a:satMod val="100000"/>
                <a:lumMod val="104000"/>
              </a:schemeClr>
            </a:gs>
            <a:gs pos="78000">
              <a:schemeClr val="phClr">
                <a:shade val="100000"/>
                <a:satMod val="11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cene3d>
            <a:camera prst="orthographicFront">
              <a:rot lat="0" lon="0" rev="0"/>
            </a:camera>
            <a:lightRig rig="threePt" dir="t"/>
          </a:scene3d>
          <a:sp3d>
            <a:bevelT w="25400" h="12700"/>
          </a:sp3d>
        </a:effectStyle>
        <a:effectStyle>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por Trail" id="{4FDF2955-7D9C-493C-B9F9-C205151B46CD}" vid="{8F31A783-2159-4870-BC29-2BA7D038EA44}"/>
    </a:ext>
  </a:extLst>
</a:theme>
</file>

<file path=docProps/app.xml><?xml version="1.0" encoding="utf-8"?>
<Properties xmlns="http://schemas.openxmlformats.org/officeDocument/2006/extended-properties" xmlns:vt="http://schemas.openxmlformats.org/officeDocument/2006/docPropsVTypes">
  <Template>Vapor Trail</Template>
  <TotalTime>38</TotalTime>
  <Words>205</Words>
  <Application>Microsoft Office PowerPoint</Application>
  <PresentationFormat>On-screen Show (4:3)</PresentationFormat>
  <Paragraphs>21</Paragraphs>
  <Slides>6</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Century Gothic</vt:lpstr>
      <vt:lpstr>Vapor Trail</vt:lpstr>
      <vt:lpstr>Supermarket Sales Dashboard Project</vt:lpstr>
      <vt:lpstr>Project Overview</vt:lpstr>
      <vt:lpstr>Data Preparation &amp; Modeling</vt:lpstr>
      <vt:lpstr>Dashboard Features</vt:lpstr>
      <vt:lpstr>Key Visual Insights</vt:lpstr>
      <vt:lpstr>Conclusion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samsurendhar</dc:creator>
  <cp:keywords/>
  <dc:description>generated using python-pptx</dc:description>
  <cp:lastModifiedBy>Sunil Mani</cp:lastModifiedBy>
  <cp:revision>2</cp:revision>
  <dcterms:created xsi:type="dcterms:W3CDTF">2013-01-27T09:14:16Z</dcterms:created>
  <dcterms:modified xsi:type="dcterms:W3CDTF">2025-07-19T07:07:51Z</dcterms:modified>
  <cp:category/>
</cp:coreProperties>
</file>